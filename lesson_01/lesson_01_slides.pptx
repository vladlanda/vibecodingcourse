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1: מבוא ל-Vibe Coding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Vibe Coding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320040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Vibe Coding, ובמה הוא שונה מ״להקליד פרומפט״?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היתרונות, החסרונות והמגבלות — עם נתונים אמיתיים?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ה-Workflow בן 10 השלבים שנלמד לאורך כל הקורס?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למה הקורס מלמד ״תהליך״, ולא ״כלי״?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/ IDE עם סוכן AI כותב קוד בזמן אמת]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1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שמתחילים: מה זה בכלל LLM?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צריך להבין את זה כדי ללמוד Vibe Coding?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 (Large Language Model)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תוכנה שאומנה (למדה מדוגמאות) על כמויות עצומות של טקסט וקוד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כותבים בקשה בשפה טבעית (למשל: "תכתוב לי פונקציה שממיינת רשימה") — הטקסט הזה נקרא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(פרומפט)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המודל לא "מבין" את הפרומפט כמו בן אדם — מנבא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(יחידת טקסט קטנה: מילה או חלק ממילה) אחר Token מה סביר לבוא בהמשך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 ו-Claude = מודלים כאלה, מוכרים לכם כצ'אטבוטים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Vibe Coding = אותה טכנולוגיה בדיוק, רק מחוברת ישירות לקבצי הקוד שלכם במקום לחלון צ'אט.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תרשים פשוט — קלט טקסט → מודל שפה (קופסה) → פלט טקסט/קוד, עם חץ לדוגמה של Token אחר Token]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במה זה שונה מסתם "לבקש מ-ChatGPT קוד"?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השם "Vibe" מרמז על תחושת זרימה: מתארים במילים מה רוצים, וה-AI הופך את זה לקוד עובד — לרוב תוך דקות ולא שעות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מנחים AI לכתוב/לבדוק/לתקן קוד — לא כותבים כל שורה לבד, ושומרים שליטה על כיוון, איכות והחלטות ארכיטקטוניות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"מקלידים פרומפט ומקווים לטוב" ·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כן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תכנון, בדיקה, הבנה, ואחריות מלאה על הקוד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לפני שמאשרים כל שינוי שה-AI מציע — קוראים אותו, מבינים למה הוא נכון, ורק אז ממשיכים.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Claude Code בפעולה — מפתח נותן הנחיה, הסוכן כותב קוד]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Software Engineering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האם AI הוא רק "עוד כלי עזר", או משהו אחר לגמרי?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AI-Native (הגישה של הקורס):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כשותף עבודה מרכזי, מעורב מהבנת הדרישה ועד פריסה בענן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הגישה הישנה: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ככלי עזר צדדי, בעיקר להשלמת קוד בסיסית (Autocomplete)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ההבדל אינו כמותי אלא מהותי — זה לא תוספת לתהליך הקיים, זהו תהליך חדש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שלב בפרויקט (לא רק בזמן הקלדה) שואלים "איך AI יכול לעזור כאן" — בתכנון, בבדיקה, בתיעוד.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המספרים מאחורי המהפכה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92.6%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מהמפתחים משתמשים בכלי AI לפחות פעם בחודש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26.9%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מקוד הפרודקשן בתעשייה נכתב היום על ידי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1,000+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בקשות שילוב קוד (Pull Requests) בשבוע — דרך "Minions", מערכת AI פנימית שבנתה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תשלומים דיגיטליים עולמית) כדי לבצע חלק ניכר מעבודת הפיתוח שלה אוטומטית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מהאפליקציות הארגוניות — סוכני AI אוטונומיים עד סוף 2026 (מ-5% ב-2025, לפי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חברת ייעוץ עסקי בינלאומית גדולה)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זו כבר לא "טכנולוגיה חדשה שכדאי להכיר" — זו התשתית שרוב התעשייה כבר עובדת איתה.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index.dev Developer Productivity Statistics 2026, Forbes 2026, Deloitte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Software Development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ללמוד היסטוריה של כלים בשיעור על AI?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התשובה: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כי ההיסטוריה מראה שהקצב שבו כלים מתחלפים הולך ומואץ — וזו בדיוק הסיבה שהקורס מלמד תהליך עבודה (Workflow), לא כלי ספציפי אחד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מכונה → שפות עיליות (כמו Python)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(תוכנה אחת לכתיבה, הרצה ובדיקה של קוד) ו-Autocomplete (השלמה אוטומטית של 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(מערכת לשמירת היסטוריית שינויים בקוד)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Agentic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(AI שפועל עצמאית על משימה שלמה, לא רק עונה לשאלה)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 קפיצה שינתה מה נחשב "עבודה של מפתח" — ולא נעצרה (נעמיק בכל כלי לאורך הקורס)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לומדים את התהליך, לא רק את הכלי הנוכחי — כי הקפיצה הבאה כבר בדרך. בשקף הבא נראה את הקצב הזה עם תאריכים מדויקים.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רצף ויזואלי לכל עידן — כרטיסי ניקוב, IDE ראשון, ממשק Git, סוכן AI]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ציר זמן מדויק — והקצב מואץ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 (סביבת פיתוח לכתיבת קוד — ראינו בשקף הקודם) ראשונים: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שנות ה-70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 (ניהול גרסאות קוד):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GitHub (פלטפורמה לאחסון ושיתוף קוד, מבוססת Git):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GitHub Copilot (עוזר AI לכתיבת קוד) בגרסת Preview (תצוגה מקדימה):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יוני 2021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נובמבר 2022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כלים אג'נטיים אמיתיים (AI שפועל עצמאית על משימה שלמה):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2024-2026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מ-IDE ל-Git: ~30 שנה. מ-Git ל-Copilot: ~16 שנה. מ-Copilot לאג'נטי: ~3 שנים בלבד.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Wikipedia (GitHub Copilot) · Chronological History of Version Control Systems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יתרונות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למה בכלל להשתמש בזה?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מהירות: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משימות שלקחו ימים — עכשיו לוקחות דקות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נגישות: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אפשר להתחיל בלי רקע תכנותי עמוק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שחרור מבוילרפלייט: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פחות זמן על קוד חוזר וסטנדרטי, יותר על החלטות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משתמשים ביתרון הזה במקום הנכון — קוד סטנדרטי זה מקום מצוין ל-AI; החלטות ארכיטקטורה נשארות אצלכם.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השוואת ״לפני / אחרי״ — זמן פיתוח שהצטמצם מימים לדקות]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חסרונות ומגבלות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AI כל כך טוב, למה לא סתם לתת לו לעבוד לבד?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שוכח הקשר בלי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(המידע שה-AI 'זוכר' על הפרויקט) מנוהל (נעמיק בשיעור 3)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שרץ ≠ קוד נכון — "עובד" ו"נכון" הם שני דברים שונים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תלות בכלי שמשתנה מהר (נדבר על זה בעוד כמה שקפים)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והבעיה המרכזית שבה נתמקד עכשיו: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כל אחת מהמגבלות האלה היא סיבה לשלב Review (בדיקה) אנושי בתהליך — לא סיבה לוותר על AI לגמרי.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 — הבעיה המרכזית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כש-AI "לא יודע" משהו?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בניגוד לבן אדם, מודל שפה כמעט אף פעם לא אומר "אני לא יודע"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הוא ממשיך "לנחש" את הטקסט הכי סביר — גם אם זה אומר להמציא פונקציה, ספרייה, או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שדרכו תוכנות מדברות זו עם זו) שלא קיימים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זה קורה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בביטחון מלא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אין שום סימן חזותי שההמצאה שונה מעובדה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למסלול AI: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זו אותה תופעה שמכירים מכל הקשר אחר של מודלי שפה, לא רק קוד — ההבדל כאן הוא שהפלט השגוי הופך לבאג אמיתי שרץ במערכת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מכירים פונקציה/ספרייה שה-AI השתמש בה? בודקים בתיעוד הרשמי לפני שממשיכים. ככלל אצבע: קוד שנראה מוכר מדי בקלות — זה בדיוק הזמן לעצור ולבדוק.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האמון עדיין נמוך, ובצדק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84%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משתמשים/מתכננים להשתמש בכלי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רק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סומכים על הפלט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מסכימים: "קוד AI נראה נכון אבל לא אמין"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בפרויקטים שהסתמכו הרבה על AI (AI-heavy), לעומת פרויקטים שהסתמכו עליו פחות: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באגים,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ירידה של 7.2%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ביציבות המערכת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בדיוק הפער שראינו בשקף הקודם עם Hallucination — עכשיו במספרים אמיתיים.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Second Talent Developer Survey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המחקר המטריד: METR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מפתחים מרגישים ש-AI מאיץ אותם — זה נכון?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(ארגון מחקר עצמאי שבוחן ביצועים אמיתיים של כלי AI) השווה מפתחים מנוסים שעבדו עם כלי AI על משימות אמיתיות, מול אותם מפתחים על משימות דומות בלי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בפועל: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איטיים ב-19%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(לעומת עבודה בלי כלי AI)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האמינו: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מהירים ב-20%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סומכים על התחושה "זה הלך מהר" — עוקבים אחרי זמן אמיתי (שעון, לא הרגשה).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METR — מחקר מבוקר על מהירות מפתחים עם כלי AI,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א׳: שלבים 1-5)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איך עובדים נכון עם AI, אם לא סומכים על התחושה (כמו שראינו בשקף הקודם)?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הבנת הבעיה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מבינים מה בדיוק צריך, לפני שנוגעים בקוד בכלל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Specification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כותבים מסמך קצר שמתאר מה בונים ולמה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בניית 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אוספים את המידע שה-AI צריך כדי להבין את הפרויקט (קבצים קיימים, מוסכמות, החלטות קודמות)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תכנון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מבקשים מה-AI הצעת תוכנית לפני שהוא כותב שורת קוד אחת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5. מימוש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ה-AI כותב את הקוד בפועל, לפי התוכנית שאושרה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חמשת השלבים הבאים (6-10) עוסקים בבדיקה ובשילוב הקוד בעולם האמיתי — בשקף הבא.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ב׳: שלבים 6-10)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6. Code Review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קוראים ובודקים כל שורה שה-AI כתב, לפני שהיא נכנסת לפרויקט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7. Testing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מריצים בדיקות אוטומטיות שמוודאות שהקוד באמת עושה מה שהוא אמור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8. Commit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שומרים גרסה מתועדת של השינוי (עם Git — נסביר בשיעור הבא)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9. Deploy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מעלים את הגרסה לסביבה שבה משתמשים אמיתיים יכולים להשתמש בה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10. שיתוף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מציגים ומתעדים את מה שנבנה, לצוות או ללקוח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שיעור מהיום נחזור לרשימה הזו (כל 10 השלבים) ונעמיק בשלב אחד או שניים ממנה — זהו העיקרון-על של כל הקורס.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הנתונים תומכים ב-Workflow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דו"ח DORA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(מחקר שנתי מוביל בתעשייה על תהליכי פיתוח תוכנה, מבית Google) לשנת 2026: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קיים (Brownfield)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 פרודוקטיביות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אותם כלים, על פרויקט חדש שנבנה מאפס (Greenfield) עם Workflow ברור: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חוב טכני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(עבודה "מהירה" עכשיו שדורשת תיקון יקר יותר בהמשך), ו-PR עם AI =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 1.7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בעיות מ-PR שכתב בן אדם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ההבדל הוא לא הכלי. ההבדל הוא התהליך.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Gemini CLI → Antigravity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כשהכלי שלמדתם נעלם?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Google הריצה כלי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שורת-פקודה — עובדים דרך הקלדת פקודות טקסט, בלי עכבר) חינמי — Gemini CLI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אמצע 2026: נסגר, הוחלף ב-Antigravity CLI (לא חינמי באותו אופן)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רק "את הכלי" — מתחיל כמעט מאפס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את ה-Workflow — עובר לכלי הבא כמעט בלי לאבד זמן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משקיעים בהבנת התהליך של עבודה עם כלי אג'נטי, לא רק ב"איך לוחצים איפה" בכלי ספציפי אחד.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[תמונה/לוגו: Gemini CLI ו-Google Antigravity CLI, זה לצד זה]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דוגמה: זה לא רק Google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קרה גם למישהו אחר, או שזה מקרה בודד?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מרץ 2026: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(הפלטפורמה המרכזית בעולם לאחסון ושיתוף קוד — נסביר עליה לעומק בשיעור הבא) שינה את מסלול הסטודנטים ל-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Student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(התוכנית שנותנת לסטודנטים גישה חינמית ל-GitHub Copilot)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הפעלות חדשות מוקפאות זמנית — בלי לוח זמנים לחידוש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גם "תנאי מסלול חינם" משתנים בלי אזהרה, לא רק כלים שלמים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פעילות זוגות: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תחשבו על כלי שהשתנה דרמטית בחייכם תוך שנה-שנתיים — שתפו את בן/בת הזוג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בונים על התהליך, לא על תנאי גישה של כלי מסוים.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קורה גם בענק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אולי זה רלוונטי רק לחברות ענק/סטארטאפים קטנים?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התשלומים הדיגיטליים שראינו קודם): מערכת "Minions" — 1,000+ PR ממוזגים בשבוע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TELUS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תקשורת קנדית גדולה): 500,000+ שעות נחסכו, 13,000 פתרונות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Zapier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(פלטפורמה פופולרית לחיבור אוטומטי בין אפליקציות): 89% אימוץ AI ארגוני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לא רק סטארטאפים של שני אנשים — זה גם ענקיות טכנולוגיה, באותו Workflow שלמדנו היום.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Forbes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86868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בונים יחד, בזמן אמת.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הפרומפט הראשון להקלדה חיה מול הכיתה, לפי ה-Workflow שלמדנו: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188720" y="2148840"/>
            <a:ext cx="9811512" cy="324612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08760" y="2423160"/>
            <a:ext cx="9171432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בוא נבנה יחד, שלב אחר שלב, אפליקציית Note-Taking פשוטה שרצה בדפדפן — קובץ HTML יחיד עם CSS ו-JS מוטמעים, בלי שרת.</a:t>
            </a:r>
            <a:endParaRPr lang="en-US" sz="1500" dirty="0"/>
          </a:p>
          <a:p>
            <a:pPr rtl="1" algn="r" indent="0" marL="0">
              <a:buNone/>
            </a:pPr>
            <a:endParaRPr lang="en-US" sz="1500" dirty="0"/>
          </a:p>
          <a:p>
            <a:pPr rtl="1" algn="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שלב 1: תתחיל רק במבנה הבסיסי — אזור טקסט לכתיבת פתק חדש, וכפתור שמירה. אחרי שאני מאשר, נמשיך לשלב הבא (הצגת רשימת הפתקים שנשמרו).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55321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שני הפרומפטים הבאים בהדגמה (הצגת הפתקים שנשמרו, וחיפוש חופשי) — בקובץ demo/prompt.md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בניית Todo App באמצעות AI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286000" y="283464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הוספת משימה חדשה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סימון משימה כהושלמה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מחיקת משימה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שמירה עם localStorage (זיכרון מקומי בדפדפן שנשמר גם אחרי רענון הדף)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[אייקון/תמונה: רשימת Todo מסומנת ✓]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Vibe Coding = תהליך מקצועי, לא ניחוש — והנתונים מוכיחים את זה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AI מאיץ עבודה, אבל כפי שראינו — רק 29% סומכים על הפלט (כלומר 71% לא) — ולכן תמיד בודקים קוד לא מוכר (Hallucination)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לומדים Workflow — כלים יוחלפו, התהליך נשאר (וזה ההבדל בין 10% ל-40%)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7091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הבא: AI Development Environment — מקימים סביבת עבודה אמיתית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 (dora.dev/ai),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— מחקר מבוקר על מהירות מפתחים עם כלי AI,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with AI Tools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Talent — Developer Survey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Forbes — 5 Vibe Coding Use Cases Every Company Can Start Using Today,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— תחזית אימוץ סוכני AI ארגוניים,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Developers Blog · Wikipedia (GitHub Copilot)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2026-07-21T13:39:05Z</dcterms:created>
  <dcterms:modified xsi:type="dcterms:W3CDTF">2026-07-21T13:39:05Z</dcterms:modified>
</cp:coreProperties>
</file>