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Vibe Coding, ובמה הוא שונה מ״להקליד פרומפט״?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היתרונות, החסרונות והמגבלות — עם נתונים אמיתיים?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ה-Workflow בן 10 השלבים שנלמד לאורך כל הקורס?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Requests, מכונות בקיצור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שרץ ≠ קוד נכון — "עובד" ו"נכון" הם שני דברים שונים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תלות בכלי שמשתנה מהר (נדבר על זה בעוד כמה שקפים)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בניגוד לבן אדם, מודל שפה כמעט אף פעם לא אומר "אני לא יודע"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ונעמיק בשלב אחד או שניים ממנה. שימו לב: אחרי שלב 10 חוזרים לשלב 1 — זה תהליך מעגלי ואיטרטיבי, לא רצף חד-פעמי שנגמר.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2026, שיפור פרודוקטיביות בהשוואה לעבודה בלי כלי AI כלל: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אמצע 2026: נסגר, הוחלף ב-Antigravity CLI (לא חינמי באותו אופן)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רק "את הכלי" — מתחיל כמעט מאפס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 — כמו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(כלי AI לכתיבת קוד מבית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החברה שיצרה את Claude),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(עורך קוד עם AI מובנה) או Gemini CLI —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הפעלות חדשות מוקפאות זמנית — בלי לוח זמנים לחידוש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גם "תנאי מסלול חינם" משתנים בלי אזהרה, לא רק כלים שלמים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א׳)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 1 — ההתחלה, מקלידים מול הכיתה (קובץ HTML=שפת מבנה הדף, CSS=שפת עיצוב, JS/JavaScript=שפת תכנות להתנהגות אינטראקטיבית — שלושתם ביחד = דף אינטרנט עובד):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בוא נבנה יחד, שלב אחר שלב, אפליקציית Note-Taking פשוטה שרצה בדפדפן — קובץ HTML יחיד עם CSS ו-JS מוטמעים, בלי שרת.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שלב 1: תתחיל רק במבנה הבסיסי — אזור טקסט לכתיבת פתק חדש, וכפתור שמירה. אחרי שאני מאשר, נמשיך לשלב הבא (הצגת רשימת הפתקים שנשמרו).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ממשיכים בזמן אמת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שהתוצאה של פרומפט 1 עובדת מקלידים בהמשך (פרומפט 2 מבקש שמירה ב-localStorage — זיכרון מקומי בדפדפן שנשמר גם אחרי רענון הדף):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2 (אחרי אישור שלב 1):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מעולה. עכשיו תוסיף: הצגת כל הפתקים השמורים מתחת לטופס, כל אחד בכרטיס נפרד, עם כפתור מחיקה. השתמש ב-localStorage לשמירה בין רענוני דף.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3 (אופציונלי, אם נשאר זמן):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49884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63600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חיפוש טקסט חופשי שמסנן את הפתקים המוצגים בזמן אמת תוך כדי הקלדה.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Todo App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לחוות בפועל את מלוא ה-Workflow שלמדנו היום (בקנה מידה זעיר): מהבנת דרישה, דרך שימוש ב-AI למימוש, ועד בדיקה שהתוצר עובד — בזוגות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App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באמצעות כלי AI (Claude Code / Cursor / GitHub Copilot — לפי מה שמותקן) שתומך ב: הוספת משימה, סימון כהושלמה, מחיקה, והצגת הרשימה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(קוד שרץ בצד שרת מרוחק, לא בדפדפן שלכם) — מספיק קובץ HTML/CSS/JS אחד שרץ בדפדפן, עם שמירה ב-localStorage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אחרי קבלת קוד ראשוני — לא עוצרים. מבקשים שיפור אחד נוסף (מיון, ספירה, עיצוב) כדי לתרגל איטרציה על קוד קיים, לא רק בקשה ראשונה.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לפי הצורך: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אני רוצה לבנות Todo App פשוט שרץ בדפדפן, קובץ HTML יחיד עם CSS ו-JS מוטמעים (בלי צורך בשרת). דרישות: טופס להוספת משימה חדשה, רשימת משימות עם checkbox לסימון "הושלם", כפתור מחיקה לכל משימה, שמירת המצב ב-localStorage כך שהרשימה נשארת אחרי רענון הדף, עיצוב נקי ופשוט.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תכתוב את הקוד המלא בקובץ אחד. תסביר בקצרה מה כל חלק עושה.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index.html שנפתח בדפדפן ועובד בפועל — לא רק "קוד שנראה טוב"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להוסיף, לסמן כהושלם, ולמחוק משימה — כל השלושה נבדקו בפועל בדפדפן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המשימות נשמרות גם אחרי רענון הדף (localStorage)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אחד/ת מבני הזוג יודע/ת להסביר מה הקוד עושה, גם אם AI כתב אותו — זה חלק מהתרגול, לא בונוס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ה-AI "ממציא" קוד שלא עובד או משתמש בפונקציה לא קיימת — זה בדיוק Hallucination שדיברנו עליו היום. לא תקלה שלכם: תקנו על ידי בקשה מפורשת מה-AI לתקן, או תיאור מדויק יותר של השגיאה שקיבלתם.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120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Context נכון (שבוע 3) ·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2026-07-22T08:57:00Z</dcterms:created>
  <dcterms:modified xsi:type="dcterms:W3CDTF">2026-07-22T08:57:00Z</dcterms:modified>
</cp:coreProperties>
</file>