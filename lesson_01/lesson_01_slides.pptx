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Vibe Coding, ובמה הוא שונה מ״להקליד פרומפט״?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היתרונות, החסרונות והמגבלות — עם נתונים אמיתיים?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מהו ה-Workflow בן 10 השלבים שנלמד לאורך כל הקורס?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(למדה מדוגמאות) על כמויות עצומות של טקסט וקוד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(למשל: "תכתוב לי פונקציה שממיינת רשימה") — הטקסט הזה נקרא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(פרומפט)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לא "מבין" את הפרומפט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שרץ ≠ קוד נכון — "עובד" ו"נכון" הם שני דברים שונים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תלות בכלי שמשתנה מהר (נדבר על זה בעוד כמה שקפים)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(בדיקה)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בניגוד לבן אדם, מודל שפה כמעט אף פעם לא אומר "אני לא יודע"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אמצע 2026: נסגר, הוחלף ב-Antigravity CLI (לא חינמי באותו אופן)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רק "את הכלי" — מתחיל כמעט מאפס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הפעלות חדשות מוקפאות זמנית — בלי לוח זמנים לחידוש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גם "תנאי מסלול חינם" משתנים בלי אזהרה, לא רק כלים שלמים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א׳)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 1 — ההתחלה, מקלידים מול הכיתה: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400507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בוא נבנה יחד, שלב אחר שלב, אפליקציית Note-Taking פשוטה שרצה בדפדפן — קובץ HTML יחיד עם CSS ו-JS מוטמעים, בלי שרת.</a:t>
            </a:r>
            <a:endParaRPr lang="en-US" sz="1400" dirty="0"/>
          </a:p>
          <a:p>
            <a:pPr rtl="1" algn="r" indent="0" marL="0">
              <a:buNone/>
            </a:pPr>
            <a:endParaRPr lang="en-US" sz="1400" dirty="0"/>
          </a:p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שלב 1: תתחיל רק במבנה הבסיסי — אזור טקסט לכתיבת פתק חדש, וכפתור שמירה. אחרי שאני מאשר, נמשיך לשלב הבא (הצגת רשימת הפתקים שנשמרו).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8229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ממשיכים בזמן אמת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שהתוצאה של פרומפט 1 עובדת מקלידים בהמשך: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2 (אחרי אישור שלב 1):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9572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מעולה. עכשיו תוסיף: הצגת כל הפתקים השמורים מתחת לטופס, כל אחד בכרטיס נפרד, עם כפתור מחיקה. השתמש ב-localStorage לשמירה בין רענוני דף.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3 (אופציונלי, אם נשאר זמן):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498848"/>
            <a:ext cx="10360152" cy="1764792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636008"/>
            <a:ext cx="981151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חיפוש טקסט חופשי שמסנן את הפתקים המוצגים בזמן אמת תוך כדי הקלדה.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הוספת משימה חדשה</a:t>
            </a:r>
            <a:endParaRPr lang="en-US" sz="18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סימון משימה כהושלמה</a:t>
            </a:r>
            <a:endParaRPr lang="en-US" sz="18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מחיקת משימה</a:t>
            </a:r>
            <a:endParaRPr lang="en-US" sz="18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2026-07-21T14:52:44Z</dcterms:created>
  <dcterms:modified xsi:type="dcterms:W3CDTF">2026-07-21T14:52:44Z</dcterms:modified>
</cp:coreProperties>
</file>