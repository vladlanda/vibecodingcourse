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(למדה מדוגמאות) על כמויות עצומות של טקסט וקוד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כותבים בקשה בשפה טבעית (למשל: "תכתוב לי פונקציה שממיינת רשימה") — הטקסט הזה נקרא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(פרומפט)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המודל לא "מבין" את הפרומפט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(בדיקה)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בפרויקטים שהסתמכו הרבה על AI (AI-heavy), לעומת פרויקטים שהסתמכו עליו פחות: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של 7.2%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ביציבות המערכת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א׳)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פרומפט 1 — ההתחלה, מקלידים מול הכיתה: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400507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בוא נבנה יחד, שלב אחר שלב, אפליקציית Note-Taking פשוטה שרצה בדפדפן — קובץ HTML יחיד עם CSS ו-JS מוטמעים, בלי שרת.</a:t>
            </a:r>
            <a:endParaRPr lang="en-US" sz="1400" dirty="0"/>
          </a:p>
          <a:p>
            <a:pPr rtl="1" algn="r" indent="0" marL="0">
              <a:buNone/>
            </a:pPr>
            <a:endParaRPr lang="en-US" sz="1400" dirty="0"/>
          </a:p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שלב 1: תתחיל רק במבנה הבסיסי — אזור טקסט לכתיבת פתק חדש, וכפתור שמירה. אחרי שאני מאשר, נמשיך לשלב הבא (הצגת רשימת הפתקים שנשמרו).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ממשיכים בזמן אמת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אחרי שהתוצאה של פרומפט 1 עובדת מקלידים בהמשך: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2 (אחרי אישור שלב 1):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מעולה. עכשיו תוסיף: הצגת כל הפתקים השמורים מתחת לטופס, כל אחד בכרטיס נפרד, עם כפתור מחיקה. השתמש ב-localStorage לשמירה בין רענוני דף.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206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3 (אופציונלי, אם נשאר זמן):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49884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63600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תוסיף חיפוש טקסט חופשי שמסנן את הפתקים המוצגים בזמן אמת תוך כדי הקלדה.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 (זיכרון מקומי בדפדפן שנשמר גם אחרי רענון הדף)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2026-07-21T14:40:06Z</dcterms:created>
  <dcterms:modified xsi:type="dcterms:W3CDTF">2026-07-21T14:40:06Z</dcterms:modified>
</cp:coreProperties>
</file>