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בפרויקטים שהסתמכו הרבה על AI (AI-heavy), לעומת פרויקטים שהסתמכו עליו פחות: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ירידה של 7.2%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ביציבות המערכת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2026-07-21T12:06:32Z</dcterms:created>
  <dcterms:modified xsi:type="dcterms:W3CDTF">2026-07-21T12:06:32Z</dcterms:modified>
</cp:coreProperties>
</file>