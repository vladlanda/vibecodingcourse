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7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7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7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(Large Language Model)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על כמויות עצומות של טקסט וקוד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 "מבין" כמו בן אדם — מנבא Token אחר Token מה סביר לבוא בהמשך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מנחים AI לכתוב/לבדוק/לתקן קוד — לא כותבים כל שורה לבד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שומרים שליטה על כיוון, איכות והחלטות ארכיטקטוניות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כן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AI-Native (הגישה של הקורס):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הגישה הישנה: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92.6%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26.9%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1,000+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בשבוע דרך מערכת "Minions" הפנימית של Stripe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Deloitte)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התשובה: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מכונה → שפות עיליות (כמו Python) → IDE + Autocomplete → Git →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 קפיצה שינתה מה נחשב "עבודה של מפתח" — ולא נעצרה. את IDE, Git ו-Autocomplete נסביר לעומק בשיעור הבא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ראשונים: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Copilot (Preview):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כלים אג'נטיים אמיתיים: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מהירות: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נגישות: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שחרור מבוילרפלייט: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שוכח הקשר בלי Context מנוהל (נעמיק בשיעור 3)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שרץ ≠ קוד נכון — "עובד" ו"נכון" הם שני דברים שונים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תלות בכלי שמשתנה מהר (נדבר על זה בעוד כמה שקפים)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והבעיה המרכזית שבה נתמקד עכשיו: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בניגוד לבן אדם, מודל שפה כמעט אף פעם לא אומר "אני לא יודע"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הוא ממשיך "לנחש" את הטקסט הכי סביר — גם אם זה אומר להמציא פונקציה, ספרייה, או API שלא קיימים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קורה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קטע קוד עם קריאה לפונקציה שנראית לגיטימית, וסימן שאלה אדום ליד שמה — "האם זה קיים באמת?"]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84%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רק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61%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AI-heavy: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באגים,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7.2%-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יציבות 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מפתחים מנוסים עבדו עם כלי AI על משימות אמיתיות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בפועל: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האמינו: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הבנת הבעיה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Specification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בניית Context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תכנון עם AI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מימוש עם AI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6. Code Review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7. Testing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8. Commit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9. Deploy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10. שיתוף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(כל 10 השלבים) ונעמיק בשלב אחד או שניים ממנה — זהו העיקרון-על של כל הקורס.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דו"ח DORA 2026: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קיים (Brownfield) בלי תהליך מסודר: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אותם כלים, על פרויקט חדש שנבנה מאפס (Greenfield) עם Workflow ברור: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בלי תהליך מסודר: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חוב טכני, PR עם AI = </a:t>
            </a:r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הריצה כלי CLI חינמי — Gemini CLI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אמצע 2026: נסגר, הוחלף ב-Antigravity CLI (לא חינמי באותו אופן)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רק "את הכלי" — מתחיל כמעט מאפס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אג'נטי,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GitHub שינה את מסלול הסטודנטים ל-Copilot Student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"תנאי מסלול חינם" משתנים בלי אזהרה, לא רק כלים שלמים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פעילות זוגות: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Stripe: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מערכת "Minions" — 1,000+ PR ממוזגים בשבוע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TELUS: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500,000+ שעות נחסכו, 13,000 פתרונות AI</a:t>
            </a:r>
            <a:endParaRPr lang="en-US" sz="19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Zapier:</a:t>
            </a:r>
            <a:pPr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המלאות, לפי ה-Workflow שלמדנו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8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8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8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71% לא סומכים על הפלט בלי ביקורת — ולכן תמיד בודקים קוד לא מוכר (Hallucination)</a:t>
            </a:r>
            <a:endParaRPr lang="en-US" sz="1800" dirty="0"/>
          </a:p>
          <a:p>
            <a:pPr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2026-07-21T07:25:25Z</dcterms:created>
  <dcterms:modified xsi:type="dcterms:W3CDTF">2026-07-21T07:25:25Z</dcterms:modified>
</cp:coreProperties>
</file>