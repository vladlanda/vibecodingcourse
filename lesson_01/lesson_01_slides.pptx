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על כמויות עצומות של טקסט וקוד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 "מבין" כמו בן אדם — מנבא Token אחר Token מה סביר לבוא בהמשך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מנחים AI לכתוב/לבדוק/לתקן קוד — לא כותבים כל שורה לבד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שומרים שליטה על כיוון, איכות והחלטות ארכיטקטוניות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Deloitte)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מכונה → שפות עיליות (כמו Python) → IDE + Autocomplete → Git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 קפיצה שינתה מה נחשב "עבודה של מפתח" — ולא נעצרה. את IDE, Git ו-Autocomplete נסביר לעומק בשיעור הבא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Copilot (Preview):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כלים אג'נטיים אמיתיים: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שוכח הקשר בלי Context מנוהל (נעמיק בשיעור 3)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שרץ ≠ קוד נכון — "עובד" ו"נכון" הם שני דברים שונים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תלות בכלי שמשתנה מהר (נדבר על זה בעוד כמה שקפים)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בניגוד לבן אדם, מודל שפה כמעט אף פעם לא אומר "אני לא יודע"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הוא ממשיך "לנחש" את הטקסט הכי סביר — גם אם זה אומר להמציא פונקציה, ספרייה, או API שלא קיימים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קטע קוד עם קריאה לפונקציה שנראית לגיטימית, וסימן שאלה אדום ליד שמה — "האם זה קיים באמת?"]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AI-heavy: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7.2%-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יציבות 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עקב אחרי מפתחים מנוסים שעבדו עם כלי AI על משימות אמיתיות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(כל 10 השלבים) ונעמיק בשלב אחד או שניים ממנה — זהו העיקרון-על של כל הקורס.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2026: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חוב טכני, 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הריצה כלי CLI חינמי — Gemini CLI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אמצע 2026: נסגר, הוחלף ב-Antigravity CLI (לא חינמי באותו אופן)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רק "את הכלי" — מתחיל כמעט מאפס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ל-Copilot Student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"תנאי מסלול חינם" משתנים בלי אזהרה, לא רק כלים שלמים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המלאות, לפי ה-Workflow שלמדנו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71% לא סומכים על הפלט בלי ביקורת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2026-07-21T10:32:13Z</dcterms:created>
  <dcterms:modified xsi:type="dcterms:W3CDTF">2026-07-21T10:32:13Z</dcterms:modified>
</cp:coreProperties>
</file>