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של פיתוח מבוסס AI?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ככותב קוד, אתם כמנווטים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מנחים AI לכתוב, לבדוק ולתקן קוד בפועל — לא כותבים כל שורה לבד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שליטה מלאה נשארת אצלכם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כיוון, איכות והחלטות ארכיטקטוניות — תמיד בידיים שלכם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ניחוש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תכנון, בדיקה, הבנה ואחריות מלאה על כל שורת קוד שמגיעה לייצור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(הגישה של הקורס)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כשותף עבודה מרכזי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מעורב מהבנת הדרישה ועד פריסה בענן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בכל שלב בתהליך הפיתוח, לא רק בכתיבת קוד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הגישה הישנה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ככלי עזר צדדי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השלמת קוד בסיסית (Autocomplete)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תוסף לתהליך פיתוח קיים — לא משנה אותו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תוספת לתהליך הפיתוח הקיים — זהו תהליך פיתוח חדש.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81151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981151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מכונה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50976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7979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747979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שפות עיליות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7804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14807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E9EEF9"/>
          </a:solidFill>
          <a:ln/>
        </p:spPr>
      </p:sp>
      <p:sp>
        <p:nvSpPr>
          <p:cNvPr id="10" name="Text 8"/>
          <p:cNvSpPr/>
          <p:nvPr/>
        </p:nvSpPr>
        <p:spPr>
          <a:xfrm>
            <a:off x="514807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81635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DCE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81635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1460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463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0C2A8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Agentic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49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קפיצה שינתה מה נחשב ״עבודה של מפתח״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אפליקציה שלקחה ימים — מתחילים לבנות אותה תוך דקות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נגישות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אנשים בלי רקע עמוק בתכנות יכולים לבנות דברים אמיתיים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שחרור מבוילרפלייט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חוזר וסטנדרטי (מסלולים, טפסים, בדיקות בסיסיות) נכתב מהר בהרבה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263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17830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5" name="Text 3"/>
          <p:cNvSpPr/>
          <p:nvPr/>
        </p:nvSpPr>
        <p:spPr>
          <a:xfrm>
            <a:off x="10927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37960" y="1755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37960" y="22860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״ממציא״ פונקציות, ספריות או API-ים שלא קיימים — בביטחון מלא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9" name="Shape 7"/>
          <p:cNvSpPr/>
          <p:nvPr/>
        </p:nvSpPr>
        <p:spPr>
          <a:xfrm>
            <a:off x="5212080" y="17830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1755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הבנת הקשר רחב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2860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Context מנוהל נכון, המודל ״שוכח״ החלטות קודמות בפרויקט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5204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27080" y="374904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שרץ ≠ קוד נכון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4251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יכול להיראות תקין ולרוץ בלי שגיאות — ועדיין להכיל טעות לוגית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204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0" y="374904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תלות בכלי משתנה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4251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ה-AI של היום עשוי להיעלם או להשתנות מהותית בעוד שנה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מאיץ עבודה, אבל לא מחליף שיפוט הנדסי. ככל שהפרויקט חשוב יותר — כך הביקורת האנושית קריטית יותר.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הבנת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79192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8" name="Shape 6"/>
          <p:cNvSpPr/>
          <p:nvPr/>
        </p:nvSpPr>
        <p:spPr>
          <a:xfrm>
            <a:off x="3392424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9" name="Text 7"/>
          <p:cNvSpPr/>
          <p:nvPr/>
        </p:nvSpPr>
        <p:spPr>
          <a:xfrm>
            <a:off x="3392424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79192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9744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12" name="Shape 10"/>
          <p:cNvSpPr/>
          <p:nvPr/>
        </p:nvSpPr>
        <p:spPr>
          <a:xfrm>
            <a:off x="5522976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552297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9744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40296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653528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7" name="Text 15"/>
          <p:cNvSpPr/>
          <p:nvPr/>
        </p:nvSpPr>
        <p:spPr>
          <a:xfrm>
            <a:off x="7653528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0296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70848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0" name="Shape 18"/>
          <p:cNvSpPr/>
          <p:nvPr/>
        </p:nvSpPr>
        <p:spPr>
          <a:xfrm>
            <a:off x="9784080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1" name="Text 19"/>
          <p:cNvSpPr/>
          <p:nvPr/>
        </p:nvSpPr>
        <p:spPr>
          <a:xfrm>
            <a:off x="97840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70848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מימוש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AI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1261872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126187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79192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3392424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9" name="Text 27"/>
          <p:cNvSpPr/>
          <p:nvPr/>
        </p:nvSpPr>
        <p:spPr>
          <a:xfrm>
            <a:off x="3392424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79192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09744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32" name="Shape 30"/>
          <p:cNvSpPr/>
          <p:nvPr/>
        </p:nvSpPr>
        <p:spPr>
          <a:xfrm>
            <a:off x="5522976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3" name="Text 31"/>
          <p:cNvSpPr/>
          <p:nvPr/>
        </p:nvSpPr>
        <p:spPr>
          <a:xfrm>
            <a:off x="5522976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09744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40296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36" name="Shape 34"/>
          <p:cNvSpPr/>
          <p:nvPr/>
        </p:nvSpPr>
        <p:spPr>
          <a:xfrm>
            <a:off x="7653528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7" name="Text 35"/>
          <p:cNvSpPr/>
          <p:nvPr/>
        </p:nvSpPr>
        <p:spPr>
          <a:xfrm>
            <a:off x="7653528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40296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070848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784080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70848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שיתוף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תהליך איטרטיבי — לא ליניארי חד-פעמי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העיקרון-על של כל הקורס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86000"/>
            <a:ext cx="9692640" cy="0"/>
          </a:xfrm>
          <a:prstGeom prst="line">
            <a:avLst/>
          </a:prstGeom>
          <a:noFill/>
          <a:ln w="25400">
            <a:solidFill>
              <a:srgbClr val="B8B8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6404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2023-2024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464040" y="1783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Autocomplete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בסיסיים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Agentic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ראשונים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51960" y="1783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חינמי וזמין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2148840"/>
            <a:ext cx="274320" cy="274320"/>
          </a:xfrm>
          <a:prstGeom prst="ellipse">
            <a:avLst/>
          </a:prstGeom>
          <a:solidFill>
            <a:srgbClr val="FFB0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יוני 2026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נסגר —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הוחלף ב-Antigravity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6FB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7947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שלמד רק ״את הכלי״ — מתחיל כמעט מאפס. מי שלמד את ה-Workflow — עובר לכלי הבא כמעט בלי לאבד זמן.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= תהליך מקצועי, לא ניחוש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מאיץ אך לא מחליף שיפוט הנדסי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לומדים Workflow — כלים יוחלפו, התהליך נשאר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Development Environment — מקימים סביבת עבודה אמיתית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2026-07-19T15:15:37Z</dcterms:created>
  <dcterms:modified xsi:type="dcterms:W3CDTF">2026-07-19T15:15:37Z</dcterms:modified>
</cp:coreProperties>
</file>