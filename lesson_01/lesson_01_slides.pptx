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של פיתוח מבוסס AI?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ככותב קוד, אתם כמנווטים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לכתוב, לבדוק ולתקן קוד בפועל — לא כותבים כל שורה לבד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 מלאה נשארת אצלכם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כיוון, איכות והחלטות ארכיטקטוניות — תמיד בידיים שלכם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ניחוש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תכנון, בדיקה, הבנה ואחריות מלאה על כל שורת קוד שמגיעה לייצור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(הגישה של הקורס)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כשותף עבודה מרכזי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מעורב מהבנת הדרישה ועד פריסה בענן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בכל שלב בתהליך הפיתוח, לא רק בכתיבת קוד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הגישה הישנה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ככלי עזר צדדי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השלמת קוד בסיסית (Autocomplete)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תוסף לתהליך פיתוח קיים — לא משנה אותו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תוספת לתהליך הפיתוח הקיים — זהו תהליך פיתוח חדש.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81151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981151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מכונה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0976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7979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747979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שפות עיליות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7804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14807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E9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1635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DCE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81635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1460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463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Agentic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״עבודה של מפתח״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אפליקציה שלקחה ימים — מתחילים לבנות אותה תוך דקות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אנשים בלי רקע עמוק בתכנות יכולים לבנות דברים אמיתיים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שחרור מבוילרפלייט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חוזר וסטנדרטי (מסלולים, טפסים, בדיקות בסיסיות) נכתב מהר בהרבה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63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927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37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״ממציא״ פונקציות, ספריות או API-ים שלא קיימים — בביטחון מלא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9" name="Shape 7"/>
          <p:cNvSpPr/>
          <p:nvPr/>
        </p:nvSpPr>
        <p:spPr>
          <a:xfrm>
            <a:off x="5212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הבנת הקשר רחב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Context מנוהל נכון, המודל ״שוכח״ החלטות קודמות בפרויקט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27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שרץ ≠ קוד נכון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יכול להיראות תקין ולרוץ בלי שגיאות — ועדיין להכיל טעות לוגית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בכלי משתנה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ה-AI של היום עשוי להיעלם או להשתנות מהותית בעוד שנה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אבל לא מחליף שיפוט הנדסי. ככל שהפרויקט חשוב יותר — כך הביקורת האנושית קריטית יותר.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79192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Shape 6"/>
          <p:cNvSpPr/>
          <p:nvPr/>
        </p:nvSpPr>
        <p:spPr>
          <a:xfrm>
            <a:off x="3392424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3392424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79192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2" name="Shape 10"/>
          <p:cNvSpPr/>
          <p:nvPr/>
        </p:nvSpPr>
        <p:spPr>
          <a:xfrm>
            <a:off x="5522976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552297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9744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40296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653528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/>
          <p:nvPr/>
        </p:nvSpPr>
        <p:spPr>
          <a:xfrm>
            <a:off x="765352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0296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0848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Shape 18"/>
          <p:cNvSpPr/>
          <p:nvPr/>
        </p:nvSpPr>
        <p:spPr>
          <a:xfrm>
            <a:off x="9784080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0848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מימוש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1872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126187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79192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3392424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9" name="Text 27"/>
          <p:cNvSpPr/>
          <p:nvPr/>
        </p:nvSpPr>
        <p:spPr>
          <a:xfrm>
            <a:off x="3392424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79192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9744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2" name="Shape 30"/>
          <p:cNvSpPr/>
          <p:nvPr/>
        </p:nvSpPr>
        <p:spPr>
          <a:xfrm>
            <a:off x="5522976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522976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9744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40296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6" name="Shape 34"/>
          <p:cNvSpPr/>
          <p:nvPr/>
        </p:nvSpPr>
        <p:spPr>
          <a:xfrm>
            <a:off x="7653528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7" name="Text 35"/>
          <p:cNvSpPr/>
          <p:nvPr/>
        </p:nvSpPr>
        <p:spPr>
          <a:xfrm>
            <a:off x="7653528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0296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0848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784080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70848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שיתוף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תהליך איטרטיבי — לא ליניארי חד-פעמי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העיקרון-על של כל הקורס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86000"/>
            <a:ext cx="969264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6404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2023-2024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6404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Autocomplete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בסיסיים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Agentic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ראשונים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חינמי וזמין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נסגר —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הוחלף ב-Antigravity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6FB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7947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שלמד רק ״את הכלי״ — מתחיל כמעט מאפס. מי שלמד את ה-Workflow — עובר לכלי הבא כמעט בלי לאבד זמן.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2286000"/>
          </a:xfrm>
          <a:prstGeom prst="roundRect">
            <a:avLst>
              <a:gd name="adj" fmla="val 4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182880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״תנאי מסלול חינם״ משתנים בלי אזהרה, לא רק כלים שלמים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708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תחשבו על כלי טכנולוגי שהשתנה דרמטית בחייכם תוך שנה-שנתיים — שתפו את בן/בת הזוג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= תהליך מקצועי, לא ניחוש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אך לא מחליף שיפוט הנדסי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לומדים Workflow — כלים יוחלפו, התהליך נשאר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Development Environment — מקימים סביבת עבודה אמיתית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2026-07-20T05:45:18Z</dcterms:created>
  <dcterms:modified xsi:type="dcterms:W3CDTF">2026-07-20T05:45:18Z</dcterms:modified>
</cp:coreProperties>
</file>