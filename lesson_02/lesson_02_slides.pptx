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התפקיד של VS Code, Git ו-GitHub בזרימת העבודה?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ההבדל בין כלי Autocomplete לכלי Agentic?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איך פותחים ומנהלים session עם Claude Code בפועל?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אילו כלי AI חינמיים זמינים כדי להתחיל בלי תקציב?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שולחן עבודה — VS Code פתוח עם פאנל Claude Code בצד]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Code, Git ו-GitHub — יסודות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סביבת הפיתוח שרוב כלי ה-AI האג'נטיים מתחברים אליה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רשת ביטחון: כל שינוי הוא תמונת מצב שאפשר לחזור אליה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אחסון מרוחק ושיתוף פעולה (יורחב בשבוע 10)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VS Code עם פאנל Git פתוח]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4663440"/>
            <a:ext cx="5148072" cy="1097280"/>
          </a:xfrm>
          <a:prstGeom prst="roundRect">
            <a:avLst>
              <a:gd name="adj" fmla="val 8333"/>
            </a:avLst>
          </a:prstGeom>
          <a:solidFill>
            <a:srgbClr val="E6FBF7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4663440"/>
            <a:ext cx="4690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Commit נקי לפני שנותנים ל-AI לגעת בקוד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180M+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מפתחים רשומים (36M+ הצטרפו בשנה האחרונה)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630M+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נמזגים בכל חודש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מחברות Fortune 100 משתמשות ב-GitHub Enterprise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לא "עוד פלטפורמה" — זו התשתית של התעשייה.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Kinsta, Skillademia — GitHub Statistics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ל״אג'נטי״?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Agentic (Claude Code)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מקבל משימה ברמה גבוהה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קורא קבצים, כותב במספר מקומות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מריץ בדיקות ומתקן את עצמו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שותף לביצוע משימה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בסיסי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משלים שורה/פונקציה בודדת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פועל לפי הקשר מקומי בלבד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אתם מחליטים הכל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ההבדל: עוזר הקלדה מול שותף לביצוע משימה.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80.8%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73952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ב-SWE-bench Verified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78.9-83.1%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ב-Terminal-Bench 2.1 (טווח לפי מודל)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1091672" cy="1645920"/>
          </a:xfrm>
          <a:prstGeom prst="roundRect">
            <a:avLst>
              <a:gd name="adj" fmla="val 5556"/>
            </a:avLst>
          </a:prstGeom>
          <a:solidFill>
            <a:srgbClr val="FFF6E6"/>
          </a:solidFill>
          <a:ln/>
        </p:spPr>
      </p:sp>
      <p:sp>
        <p:nvSpPr>
          <p:cNvPr id="10" name="Shape 8"/>
          <p:cNvSpPr/>
          <p:nvPr/>
        </p:nvSpPr>
        <p:spPr>
          <a:xfrm>
            <a:off x="10332720" y="42976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1" name="Text 9"/>
          <p:cNvSpPr/>
          <p:nvPr/>
        </p:nvSpPr>
        <p:spPr>
          <a:xfrm>
            <a:off x="103327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251960"/>
            <a:ext cx="9326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אזהרת מתודולוגיה: יש 5 גרסאות שונות של SWE-bench, ושונות של 10-20 נקודות בין הרצות זהות. תמיד בדקו מתודולוגיה לפני שסומכים על מספר בנצ'מארק בודד.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79192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3392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192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09744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2976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9744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75704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40296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3528" y="2148840"/>
            <a:ext cx="502920" cy="5029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765352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0296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6256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0848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784080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70848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ה-Diff היא לא אופציונלית — זה השלב שבו אתם עדיין בשליטה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שלבים 4-6 מה-Workflow שלמדנו בשיעור 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רובכם כבר משתמשים ב-ChatGPT/Claude לכתיבת קוד עזר למחקר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עשיתם עם הקוד שקיבלתם? העתקתם-הדבקתם לקובץ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אג'נטי עושה בדיוק את זה — רק כותב ישירות, וקורא את הפרויקט קודם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0233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23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i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כלי חדש לגמרי — זה שדרוג למשהו שאתם כבר עושים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 שימוש כללי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ככלי ראשי (Agentic)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453128"/>
            <a:ext cx="10725912" cy="685800"/>
          </a:xfrm>
          <a:prstGeom prst="roundRect">
            <a:avLst>
              <a:gd name="adj" fmla="val 10667"/>
            </a:avLst>
          </a:prstGeom>
          <a:solidFill>
            <a:srgbClr val="E6FB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4526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"כלי אחד נכון" — יש כלי נגיש, ויש כלי שמוביל בקרב מומחים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2025 · index.dev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21040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חינמי רחב, ללא צורך באימות סטודנט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33672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Student Pack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6552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הרחבה למי שמאמת סטודנט (זמינות משתנה)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מלא, מסלול חינמי מוגבל (מכסת השלמות)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FF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448056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שוק הכלים משתנה מהר — ראו מקרה Gemini CLI → Antigravity משיעור 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(1)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ברורות וספציפיות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“תוסיף התחברות” עמום; “תוסיף התחברות עם Google OAuth, עם redirect לדף הבית” ברור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משימה גדולה מתפרקת לצעדים — קל יותר לבדוק תוצאה של צעד קטן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 כל Diff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אישור שינוי, קוראים אותו. תמיד, בלי יוצא מן הכלל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כרשת ביטחון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לפני כל ניסוי משמעותי — תמיד אפשר לחזור אחורה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לסמוך בעיוורון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משהו נראה “יותר מדי חכם” או משתמש בפונקציה לא מוכרת — בודקים שהיא קיימת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איטרציה, לא ניסיון יחיד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התוצאה הראשונה לא מושלמת, מבקשים תיקון ממוקד — לא מתחילים מאפס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336792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2A2F55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חוב טכני כשאין תהליך מסודר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1.7x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בעיות ב-PR שנכתב ב-AI לעומת PR אנושי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80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ה-Best Practices האלה הם לא בירוקרטיה — הם ההבדל בין "AI שעוזר" ל"AI שיוצר בעיה גדולה יותר".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session אמיתי על פרויקט קיים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— Diff מוצג לפני אישור בכלי ה-AI]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הקמת סביבת עבודה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+ Git מותקנים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חדש ב-GitHub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AI חינמי מחובר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ראשון נדחף בהצלחה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אחרי git push מוצלח]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+ Git + GitHub = השולחן שעליו עובדים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≠ Autocomplete — זה שותף לביצוע משימה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נקודת כניסה חינמית — אין תירוץ לא להתחיל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״מזינים״ לכלי את מה שהוא צריך לדעת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DigitalApplied &amp; MorphLLM — Benchmark Guides 2026 (SWE-bench, Terminal-Bench)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Developer Survey 2025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2026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Development,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2026-07-20T12:19:11Z</dcterms:created>
  <dcterms:modified xsi:type="dcterms:W3CDTF">2026-07-20T12:19:11Z</dcterms:modified>
</cp:coreProperties>
</file>