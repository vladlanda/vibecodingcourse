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זה IDE, Git, GitHub — ולמה צריך כל אחד מהם?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ההבדל בין כלי Autocomplete לכלי Agentic?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איך פותחים ומנהלים session עם Claude Code בפועל?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אילו כלי AI חינמיים זמינים כדי להתחיל בלי תקציב?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שולחן עבודה — VS Code פתוח עם פאנל Claude Code בצד]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IDE?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קובץ טקסט רגיל (Notepad) = אין צביעת תחביר, אין השלמה, אין הרצה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משולבת) = עורך קוד + טרמינל + כלי דיבוג, הכל במקום אחד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VS Code = ה-IDE החינמי והפופולרי ביותר כיום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רוב כלי ה-AI האג'נטיים (כולל Claude Code) מתחברים אליו כתוסף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השוואה ויזואלית — Notepad עם טקסט פשוט לעומת VS Code עם עורך צבעוני, טרמינל, וסייד-בר]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 ש-Version Control פותר?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עבודה.docx ← עבודה_v2.docx ← עבודה_v2_final.docx ← עבודה_v2_final_REALLY.docx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בדיוק מה שקורה עם קוד בלי כלי מתאים — וגרוע יותר כשכמה אנשים עובדים יחד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Version Control = מערכת ששומרת "תמונת מצב" מדויקת של הפרויקט, בכל נקודת זמן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שרשרת קבצים מבולבלת עם שמות "v2_final_REALLY" לעומת היסטוריית Git מסודרת עם תאריכים]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הכלי שעושה את זה בפועל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= כלי ניהול גרסאות שרץ על המחשב שלכם (חינמי, קוד פתוח)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Repository ("Repo") = תיקיית הפרויקט שעליה Git "שומר עין"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= תמונת מצב שמורה, עם הודעה שמסבירה מה השתנה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איור של "נקודת שמירה" במשחק מחשב, מקביל למושג Commit ב-Git]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E6FBF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97764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Commit נקי לפני שנותנים ל-AI לגעת בקוד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— לא אותו דבר כמו Git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≠ GitHub — בלבול נפוץ אצל מתחילים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= הכלי שרץ אצלכם במחשב, שומר היסטוריה מקומית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= שירות ענן (של מיקרוסופט) שמאחסן, מגבה, ומשתף Repositories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אנלוגיה: Git הוא ה-Word, GitHub הוא Google Drive שבו הוא מגובה ומשותף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דיאגרמה — מחשב מקומי עם Git מחובר בחץ לענן עם לוגו GitHub]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בקנה מידה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915400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0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180M+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0525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מפתחים רשומים (36M+ הצטרפו בשנה האחרונה)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45352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630M+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382512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75304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43.2M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124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נמזגים בכל חודש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0424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מחברות Fortune 100 משתמשות ב-GitHub Enterprise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לא "עוד פלטפורמה" — זו התשתית של התעשייה.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Kinsta, Skillademia — GitHub Statistics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"כלי AI לכתיבת קוד"?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תוכנה שמשלבת מודל שפה (LLM, משיעור 1) בתוך סביבת הפיתוח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כותבים בקשה בשפה טבעית ("תוסיף כפתור שמוחק משימה") ← הכלי מתרגם לקוד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יש כמה "רמות" של כלים כאלה — מהבסיסית ביותר ועד המתקדמת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זרימה — בקשה בשפה טבעית → מודל שפה → קוד שנכתב בפועל בקובץ]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ל״אג'נטי״?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Agentic (Claude Code)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מקבל משימה ברמה גבוהה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קורא קבצים, כותב במספר מקומות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מריץ בדיקות ומתקן את עצמו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שותף לביצוע משימה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 בסיסי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משלים שורה/פונקציה בודדת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פועל לפי הקשר מקומי בלבד</a:t>
            </a:r>
            <a:endParaRPr lang="en-US" sz="14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אתם מחליטים הכל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ההבדל: עוזר הקלדה מול שותף לביצוע משימה.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המרוץ לבנצ'מארק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80.8%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73952" y="3246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ב-SWE-bench Verified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78.9-83.1%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ב-Terminal-Bench 2.1 (טווח לפי מודל)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11091672" cy="1645920"/>
          </a:xfrm>
          <a:prstGeom prst="roundRect">
            <a:avLst>
              <a:gd name="adj" fmla="val 5556"/>
            </a:avLst>
          </a:prstGeom>
          <a:solidFill>
            <a:srgbClr val="FFF6E6"/>
          </a:solidFill>
          <a:ln/>
        </p:spPr>
      </p:sp>
      <p:sp>
        <p:nvSpPr>
          <p:cNvPr id="10" name="Shape 8"/>
          <p:cNvSpPr/>
          <p:nvPr/>
        </p:nvSpPr>
        <p:spPr>
          <a:xfrm>
            <a:off x="10332720" y="42976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1" name="Text 9"/>
          <p:cNvSpPr/>
          <p:nvPr/>
        </p:nvSpPr>
        <p:spPr>
          <a:xfrm>
            <a:off x="103327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251960"/>
            <a:ext cx="9326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אזהרת מתודולוגיה: יש 5 גרסאות שונות של SWE-bench, ושונות של 10-20 נקודות בין הרצות זהות. תמיד בדקו מתודולוגיה לפני שסומכים על מספר בנצ'מארק בודד.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DigitalApplied, MorphLLM —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79192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3392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9192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45152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809744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2976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/>
          <p:nvPr/>
        </p:nvSpPr>
        <p:spPr>
          <a:xfrm>
            <a:off x="552297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9744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/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75704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940296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7653528" y="2148840"/>
            <a:ext cx="502920" cy="50292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765352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0296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06256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070848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784080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070848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4023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בדיקת ה-Diff היא לא אופציונלית — זה השלב שבו אתם עדיין בשליטה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4937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בדיוק שלבים 4-6 מה-Workflow שלמדנו בשיעור 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רובכם כבר משתמשים ב-ChatGPT/Claude לכתיבת קוד עזר למחקר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עשיתם עם הקוד שקיבלתם? העתקתם-הדבקתם לקובץ</a:t>
            </a:r>
            <a:endParaRPr lang="en-US" sz="17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אג'נטי עושה בדיוק את זה — רק כותב ישירות, וקורא את הפרויקט קודם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0233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0233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i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כלי חדש לגמרי — זה שדרוג למשהו שאתם כבר עושים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משתמש במה, בפועל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נתח שימוש כללי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ככלי ראשי (Agentic)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3749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453128"/>
            <a:ext cx="10725912" cy="685800"/>
          </a:xfrm>
          <a:prstGeom prst="roundRect">
            <a:avLst>
              <a:gd name="adj" fmla="val 10667"/>
            </a:avLst>
          </a:prstGeom>
          <a:solidFill>
            <a:srgbClr val="E6FBF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4526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0" y="4526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526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"כלי אחד נכון" — יש כלי נגיש, ויש כלי שמוביל בקרב מומחים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Stack Overflow Developer Survey 2025 · index.dev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38160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Free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321040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 חינמי רחב, ללא צורך באימות סטודנט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33672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4416552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Student Pack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16552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הרחבה למי שמאמת סטודנט (זמינות משתנה)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184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מלא, מסלול חינמי מוגבל (מכסת השלמות)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FF6E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32720" y="448056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שוק הכלים משתנה מהר — ראו מקרה Gemini CLI → Antigravity משיעור 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(1)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הנחיות ברורות וספציפיות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“תוסיף התחברות” עמום; “תוסיף התחברות עם Google OAuth, עם redirect לדף הבית” ברור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צעדים קטנים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משימה גדולה מתפרקת לצעדים — קל יותר לבדוק תוצאה של צעד קטן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 כל Diff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אישור שינוי, קוראים אותו. תמיד, בלי יוצא מן הכלל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כרשת ביטחון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לפני כל ניסוי משמעותי — תמיד אפשר לחזור אחורה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לסמוך בעיוורון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משהו נראה “יותר מדי חכם” או משתמש בפונקציה לא מוכרת — בודקים שהיא קיימת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איטרציה, לא ניסיון יחיד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התוצאה הראשונה לא מושלמת, מבקשים תיקון ממוקד — לא מתחילים מאפס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 של דילוג על הכללים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336792" y="1554480"/>
            <a:ext cx="5120640" cy="2560320"/>
          </a:xfrm>
          <a:prstGeom prst="roundRect">
            <a:avLst>
              <a:gd name="adj" fmla="val 4286"/>
            </a:avLst>
          </a:prstGeom>
          <a:solidFill>
            <a:srgbClr val="2A2F55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691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30-41%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0" y="2834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חוב טכני כשאין תהליך מסודר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120640" cy="2560320"/>
          </a:xfrm>
          <a:prstGeom prst="roundRect">
            <a:avLst>
              <a:gd name="adj" fmla="val 4286"/>
            </a:avLst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1.7x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בעיות ב-PR שנכתב ב-AI לעומת PR אנושי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4805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ה-Best Practices האלה הם לא בירוקרטיה — הם ההבדל בין "AI שעוזר" ל"AI שיוצר בעיה גדולה יותר".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session אמיתי על פרויקט קיים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— Diff מוצג לפני אישור בכלי ה-AI]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הקמת סביבת עבודה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VS Code + Git מותקנים</a:t>
            </a:r>
            <a:endParaRPr lang="en-US" sz="16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Repository חדש ב-GitHub</a:t>
            </a:r>
            <a:endParaRPr lang="en-US" sz="16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AI חינמי מחובר</a:t>
            </a:r>
            <a:endParaRPr lang="en-US" sz="16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ראשון נדחף בהצלחה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אחרי git push מוצלח]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+ Git + GitHub = השולחן שעליו עובדים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≠ Autocomplete — זה שותף לביצוע משימה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נקודת כניסה חינמית — אין תירוץ לא להתחיל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״מזינים״ לכלי את מה שהוא צריך לדעת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Kinsta &amp; Skillademia — GitHub Statistics 2026</a:t>
            </a:r>
            <a:endParaRPr lang="en-US" sz="16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DigitalApplied &amp; MorphLLM — Benchmark Guides 2026 (SWE-bench, Terminal-Bench)</a:t>
            </a:r>
            <a:endParaRPr lang="en-US" sz="16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Developer Survey 2025</a:t>
            </a:r>
            <a:endParaRPr lang="en-US" sz="16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2026</a:t>
            </a:r>
            <a:endParaRPr lang="en-US" sz="16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Development, 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2026-07-21T09:48:20Z</dcterms:created>
  <dcterms:modified xsi:type="dcterms:W3CDTF">2026-07-21T09:48:20Z</dcterms:modified>
</cp:coreProperties>
</file>