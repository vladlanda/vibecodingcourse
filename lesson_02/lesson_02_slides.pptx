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AI Development Environment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91840"/>
            <a:ext cx="7616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זה IDE, Git, ו-GitHub — ולמה כל אחד מהם קריטי לעבודה עם AI?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ההבדל בין כלי Autocomplete לכלי Agentic?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נראה תהליך עבודה טיפוסי מול כלי AI אג'נטי כמו Claude Code?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אילו כלים חינמיים זמינים כדי להתחיל בלי תקציב?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בכלל כותבים קוד, טכנית?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טכנית לפתוח קובץ טקסט רגיל (כמו Notepad) ולהקליד בו — זה עובד, אבל בלי שום עזרה: אין צביעת תחביר (סימון צבעוני של מילות קוד), אין השלמה אוטומטית, ואין דרך להריץ קוד בלי לעבור לתוכנה אחרת לגמרי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תיבות: Integrated Development Environment — סביבת פיתוח משולבת) = תוכנה שמאחדת במקום אחד עורך טקסט חכם, טרמינל מובנה (שורת פקודה בתוך התוכנה עצמה), וכלים לאיתור באגים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 של Visual Studio Code) = ה-IDE החינמי והפופולרי ביותר כיום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כלי ה-AI האג'נטיים (כולל Claude Code) מתחברים ל-VS Code כתוסף (Extension), או פועלים לצידו מתוך הטרמינל המובנה שלו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התרגול היום (ובכל שיעור מכאן והלאה) יתבצע בתוך VS Code — זה "השולחן" שעליו כל שאר הכלים יושבים.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שומרים גרסאות של קובץ בלי להתבלבל?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דמיינו שאתם כותבים עבודה ושומרים: `עבודה.docx`, `עבודה_v2.docx`, `עבודה_v2_final.docx`, `עבודה_v2_final_REALLY.docx` — זה בדיוק מה שקורה עם קוד בלי כלי מתאים, ומחמיר עוד יותר כשכמה אנשים עובדים על אותו 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(ניהול גרסאות) = מערכת ששומרת "תמונת מצב" (Snapshot — עותק מדויק של כל הפרויקט ברגע נתון) בכל נקודת זמן שתבחרו, עם אפשרות לחזור אליה, להשוות בין גרסאות, ולעבוד יחד עם אחרים בלי לדרוך אחד על השני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Version Control הוא לא "נחמד שיהיה" — הוא הבסיס שעליו כל שאר השיעור בנוי, כי בלעדיו אי אפשר לעבוד בבטחון עם AI (בשקף הבא נראה למה).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בפועל מיישמים Version Control?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כלי ניהול הגרסאות הנפוץ ביותר, רץ על המחשב שלכם בעצמו (בחינם, קוד פתוח — כל אחד יכול לראות ולשנות את הקוד שלו)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(בקיצור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תיקיית הפרויקט שעליה Git "שומר עין" — כל קובץ בתוכה עוקב אחר ההיסטוריה שלו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"תמונת מצב" שמורה אחת, עם הודעה שמסבירה מה השתנה (למשל: "הוספתי כפתור התחברות") — בדיוק כמו נקודת שמירה במשחק מחשב, תמיד אפשר לחזור אליה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רשת הביטחון שלכם כש-AI כותב קוד — אם הוא הורס משהו, Git מאפשר לחזור לתמונת המצב הקודמת תוך שניות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שנותנים ל-AI לגעת בקוד, מוודאים שיש Commit נקי מאחור. זה לא בירוקרטיה — זה הביטוח שהופך ניסוי-וטעייה עם AI לבטוח.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Git כבר שומר הכל אצלי במחשב, למה צריך עוד שירות?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בלבול נפוץ אצל מתחילים: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≠ 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= הכלי שרץ אצלכם במחשב, שומר היסטוריה מקומית בלבד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שירות אחסון בענן (של Microsoft) ששומר עותק מגובה של ה-Repository באינטרנט, מאפשר לשתף אותו עם אחרים, ולשתף פעולה על אותו קוד (נרחיב בשיעור 10)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אנלוגיה: Git הוא כמו קובץ Word בודד במחשב שלכם; GitHub הוא כמו Google Drive — המקום שבו הוא מגובה ומשותף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ב-Git בעבר, בכל הקשר שהוא — גם רק כדי לשכפל Repository של מישהו אחר? איך שיתפתם קוד עם מישהו לפני שהכרתם GitHub (וואטסאפ? מייל? Google Drive)?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בתרגול היום תיצרו Repository ראשון משלכם ב-GitHub — זה הבית הקבוע של הפרויקט שילווה אתכם לאורך הסמסטר.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מפתחים רשומים (36M+ הצטרפו בשנה האחרונה בלבד — קצב הצמיחה המהיר ביותר בהיסטוריית הפלטפורמה)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Repositories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43.2M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נמזגות בכל 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מחברות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100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(מדד 100 החברות הגדולות בעולם לפי הכנסות) משתמשות ב-GitHub Enterprise (הגרסה הארגונית בתשלום)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לא "עוד פלטפורמה" — זו התשתית שרוב תעשיית התוכנה בנויה עליה.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 &amp; Skillademia — GitHub Statistics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בדיוק קורה מאחורי הקלעים כשכלי AI "כותב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לכתיבת קוד = תוכנה שמשלבת מודל שפה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כפי שלמדנו בשיעור 1) בתוך סביבת הפיתוח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("תוסיף כפתור שמוחק משימה") — הכלי מתרגם אותה לקוד בפועל בקבצים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כמה "רמות" של כלים כאלה, מהבסיסית ביותר ועד המתקדמת — וזה בדיוק ההבדל בין Autocomplete ל-Agentic שנפרט בשקף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בשיעור הקודם ראיתם הדגמה של זה בפעולה — עכשיו נגדיר את זה במדויק.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ל"אג'נטי"?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ההבדל בין "עוזר הקלדה" לבין "שותף לביצוע משימה"?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 בסיסי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(הדורות הראשונים של כלי AI לקוד) — משלים שורה או פונקציה בודדת לפי הקשר מקומי; אתם עדיין מקבלים כל החלטה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Agentic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(כמו Claude Code) — מקבל משימה ברמה גבוהה ("תוסיף התחברות עם Google לאפליקציה"), ומבצע בעצמו סדרת פעולות: קורא קבצים רלוונטיים, כותב קוד במספר מקומות, מריץ בדיקות, ולעיתים גם מתקן את עצמו אם משהו נכשל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זה דומה למעבר מ-Feature Engineering (בחירת מאפיינים) ידני למודלים מבוססי Deep Learning — גם שם המעבר הוא מ"אני מגדיר כל שלב בעצמי" ל"אני מגדיר מטרה, והמערכת מבצעת יותר מהדרך אליה" — אבל בשני המקרים אתם עדיין קובעים את המטרה ובודקים את התוצאה, בדיוק כמו ה-Evaluation שלכם ב-ML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הקורס הזה עוסק בסוג השני (Agentic) — "עוזר הקלדה" זה לא המטרה כאן.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מודדים "כמה טוב" כלי אג'נטי?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משווים בין כלי AI שונים בצורה אובייקטיבית?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הדרך המקצועית היא בנצ'מארקים (מבחני השוואה סטנדרטיים):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(בעיות תכנות אמיתיות שנאספו מ-GitHub) ו-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(משימות טרמינל/שורת-פקודה מורכבות)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אזהרה מקצועית: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יש היום חמש גרסאות שונות של SWE-bench (Original, Verified, Pro, Multilingual, Live), וההשוואה ביניהן לא תמיד הוגנת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על אותם משקלי מודל בדיוק, יש שונות (Variance) של 10-20 נקודות אחוז, בהתאם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(התשתית הטכנית שמריצה את הבדיקה בפועל)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תמיד בודקים את המתודולוגיה מאחורי מספר בנצ'מארק לפני שסומכים עליו — בדיוק כמו שבודקים מתודולוגיה לפני שסומכים על הערכת מודל בכל הקשר אחר שאתם מכירים.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לבנצ'מארק: המספרים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התוצאה של Claude Code ב-SWE-bench Verified (הגרסה ה"מנוקה" של הבנצ'מארק)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78.9%-83.1%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טווח התוצאות של Claude Code ב-Terminal-Bench 2.1, תלוי בגרסת המודל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כפי שראינו בשקף הקודם — המספרים האלה חשובים, אבל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רק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ביחד עם אזהרת המתודולוגיה, לא בלעדיה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מספר בנצ'מארק בודד הוא נקודת התחלה לבדיקה, לא מסקנה סופית.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בפועל נראית עבודה מול כלי אג'נטי, צעד-צעד?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פתיחת Session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(חיבור פעיל אחד מול כלי ה-AI, מתחילתו ועד סופו) — מהטרמינל, או כתוסף בתוך VS Code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הנחיה ברורה וספציפית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אומרים בדיוק מה רוצים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הכלי מציג תוכנית או מתחיל לפעול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 קבצים, כותב 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בודקים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(תצוגה שמראה בדיוק אילו שורות קוד השתנו, נוספו, או נמחקו)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שמאשרים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ממשיכים לצעד הבא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או חוזרים לשלב 2 אם צריך תיקון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החיבור לשלבים 4-6 מה-Workflow שלמדנו בשיעור 1 (תכנון עם AI → מימוש עם AI → Code Review) — היום אתם עושים את זה בפועל, לא רק רואים הדגמה.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מסובך — האם אתם באמת מתחילים מאפס?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ב-ChatGPT או Claude כדי לכתוב סקריפט לניקוי דאטה, או פונקציית עזר למודל? מה עשיתם עם הקוד שקיבלתם בסוף?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ברוב הכיתות: התשובה היא העתק-הדבק לקובץ בעצמכם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אג'נטי עושה בדיוק את זה בשבילכם — רק כותב ישירות לקבצים, וגם קורא את שאר הפרויקט קודם כדי להבין הקשר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כלי חדש לגמרי — זה שדרוג למשהו שאתם כבר עושים, רק עם פחות חיכוך והרבה יותר הקשר.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82% נתח שימוש כללי לעזרה בקוד (הכלי הכי נפוץ)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68% נתח שימוש כללי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מבין ה-IDE-ים הממוקדי-AI: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(עורך קוד עם AI מובנה) — 18% נתח שימוש כללי, אך 24% כ"כלי ראשי" בקרב מי שכבר עובד אג'נטית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10% נתח שימוש כללי, אך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כ"כלי ראשי" בקרב מי שכבר עובד אג'נטית — כלומר מי שבחר להתמקצע בעבודה אג'נטית מלאה נוטה לבחור בו דווקא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(ChatGPT ו-Copilot לא נמדדו בקטגוריית "כלי ראשי אג'נטי" כי הם משמשים בעיקר כעזר כללי, לא כסביבת עבודה אג'נטית מלאה)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אין "כלי אחד נכון" — הקורס מלמד עם Claude Code כי הוא מייצג היטב את העבודה האג'נטית המלאה, אבל ה-Workflow שתלמדו עובד בכל אחד מהכלים האלה.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(סקר שנתי בקרב מפתחים, מבית אתר Stack Overflow) 2025 · index.dev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Free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מסלול חינמי רחב, ללא צורך באימות סטודנט, זמין ישירות ב-VS Code — נקודת הכניסה הפשוטה ביותר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Student Developer Pack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חבילת הטבות לסטודנטים מאומתים; הרשמה חדשה להטבת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(מסלול מורחב יותר מ-Copilot Free הרגיל) מושהית מאפריל 2026 בשל עומס על תשתית agentic — מי שכבר אומת קודם ממשיך לקבל אותה, וחברי Pack חדשים מקבלים כרגע את Copilot Free הרגיל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IDE מלא מבוסס AI, עם מסלול חינמי מוגבל (מכסת השלמות בסיסית)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שוק הכלים והמסלולים החינמיים משתנה מהר מאוד — בשיעור 1 ראינו איך Gemini CLI החינמי נסגר תוך פחות משנה. תמיד בודקים סטטוס עדכני קרוב למועד השימוש בפועל.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א׳)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הנחיות ברורות וספציפיות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"תוסיף התחברות" עמום מדי; "תוסיף התחברות עם Google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(פרוטוקול התחברות מאובטח דרך חשבון קיים), עם Redirect (הפניה אוטומטית) לדף הבית אחרי הצלחה" ברור וממוקד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צעדים קטנים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משימה גדולה מתפרקת לצעדים; קל יותר לבדוק תוצאה של צעד קטן מאשר של שינוי ענק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בדיקת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לפני אישור שינוי, קוראים אותו. תמיד, בלי יוצא מן הכלל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שלושת הכללים האלה (וגם השלושה בשקף הבא) הם מה שמבדיל שימוש מקצועי מ"ניסוי מקרי".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ב׳)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Git כרשת ביטחון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Commit לפני כל ניסוי משמעותי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לא לסמוך בעיוורון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משהו נראה "יותר מדי חכם", או משתמש בפונקציה שלא הכרתם — בודקים שהיא אכן קיימת (זוכרים את Hallucination משיעור 1?)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איטרציה, לא ניסיון יחיד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התוצאה הראשונה לא מושלמת, מבקשים תיקון ממוקד, לא מתחילים מאפס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בשקף הבא נראה שיש לזה גם מחיר מדיד, לא רק "עצה טובה".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על תהליכי פיתוח תוכנה, מבית Google — הכרנו בשיעור 1) מצא: אימוץ AI בלי תהליך עבודה מסודר (בדיוק הכללים משני השקפים הקודמים) מוביל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לעומת עבודה עם תהליך מסודר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בקשות שילוב קוד (Pull Requests) שנכתבו על ידי AI נושאות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ה-Best Practices משני השקפים הקודמים הם לא בירוקרטיה — הם ההבדל בין "AI שעוזר" ל"AI שיוצר בעיה גדולה יותר ממה שפתר".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(חלק א׳): Autocomplete מול Agentic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דקות. פותחים session אמיתי מול קוד קיים — פרויקט ה-Todo App שבנינו יחד בשיעור 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1 — Autocomplete (לא אג'נטי):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המרצה מקליד בעצמו בתוך `index.html`, למשל תוך כדי הוספת פונקציה חדשה, ונותן לכלי להשלים שורה אחת בלבד. הדגש: "זה עוזר, אבל אני עדיין מחליט כל דבר."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2 — שימוש אג'נטי אמיתי: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פותחים session אג'נטי מלא (Claude Code / Cursor Agent Mode) על אותה תיקייה, ומקלידים את הפרומפט שבשקף הבא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הניגוד בין שני השלבים הוא הנקודה הפדגוגית המרכזית — לתת לכיתה לראות בעיניים את ההבדל, לא רק לשמוע עליו.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אג'נטי מלא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הדגמת Autocomplete בשלב 1, מקלידים את זה מול הכיתה: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לאפליקציית ה-Todo הזו שדה "עדיפות" לכל משימה (נמוכה/בינונית/גבוהה),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עם צבע רקע שונה לכל רמת עדיפות ברשימה. תשמור על אותו סגנון קוד שכבר קיים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בקובץ.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4165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האישור, עוצרים ובודקים מול הכיתה: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46320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עוצרים לפני אישור השינוי, ובודקים ביחד את ה-Diff שהתקבל: אילו שורות נוספו, אילו השתנו. שני דברים לשים לב אליהם: (א) האם הכלי "קרא" את הקוד הקיים לפני שהוסיף (שמר על מוסכמות שמות קיימות)? (ב) האם הכלי הציע לשנות משהו לא קשור (Scope Creep — "זחילת היקף", הרחבה לא מתוכננת של המשימה)? אם כן — זו הזדמנות להראות איך דוחים חלק מהצעה ומאשרים רק את מה שרלוונטי.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הקמת סביבה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להקים סביבת עבודה אישית שתלווה אתכם לאורך כל הסמסטר, ולבצע בה פעולה אמיתית ראשונה עם 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מתקינים VS Code + Git, יוצרים Repository חדש בשם `my-vibe-coding-env` ב-GitHub, משכפלים אותו למחשב (`git clone`), ומפעילים כלי AI חינמי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 מבקשים מה-AI ליצור קובץ `hello.py` (או `hello.js`) שמדפיס הודעת פתיחה אישית — זו הפעולה האג'נטית הראשונה שלכם בקורס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משהו בהתקנה לא עובד — זה בדיוק סוג הבעיה ש-AI טוב בפתרון שלה. מעתיקים את הודעת השגיאה המדויקת ושואלים את כלי ה-AI "מה השגיאה הזו אומרת ואיך פותרים אותה?" — זה תרגול לגיטימי, לא "רמאות".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את השם שלכם: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3429000"/>
          </a:xfrm>
          <a:prstGeom prst="roundRect">
            <a:avLst>
              <a:gd name="adj" fmla="val 1600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תיצור קובץ hello.py שמדפיס "שלום מ-Vibe Coding, שיעור 2!" ואת השם שלי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[השם שלכם]. תוסיף גם הדפסה של התאריך הנוכחי.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מותקן ופתוח על תיקיית הפרויקט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מותקן, וה-Repository `my-vibe-coding-env` קיים ב-GitHub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חינמי מותקן ופעיל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`hello.py`/`hello.js` נוצר בעזרת AI, נבדק, ורץ בהצלחה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בוצע Commit אחד לפחות, ונדחף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העלאה מהמחשב המקומי לשרת המרוחק) ל-GitHub בהצלחה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הבעיה הכי נפוצה בתרגול הזה היא אימות/הרשאות מול GitHub (HTTPS Token או SSH key — שתי שיטות שונות להוכיח שאתם באמת אתם). אם נתקעתם כאן — זה בדיוק המקום לבקש עזרה מהמרצה או מ-AI, זה לא קשור ליכולת התכנות שלכם.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Git + GitHub = השולחן שעליו עובדים לאורך כל הקורס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≠ Autocomplete — זה שותף לביצוע משימה, לא רק עוזר הקלדה (וזוכרים: תמיד בודקים Diff לפני אישור)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נקודת כניסה חינמית לכל הכלים שלמדנו היום — אין תירוץ לא להתחיל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</a:t>
            </a:r>
            <a:pPr rtl="1" algn="r" indent="0" marL="0">
              <a:buNone/>
            </a:pPr>
            <a:r>
              <a:rPr lang="en-US" sz="17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"מזינים" לכלי את מה שהוא צריך לדעת על הפרויקט שלכם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 · DigitalApplied &amp; MorphLLM — Benchmark Guides 2026 · Stack Overflow Developer Survey 2025 · index.dev 2026 · DORA — ROI of AI-Assisted Software Development, 2026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מלא: references.md — כל הנתונים נבדקו ביולי 2026 ועשויים להשתנות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2026-07-23T13:21:29Z</dcterms:created>
  <dcterms:modified xsi:type="dcterms:W3CDTF">2026-07-23T13:21:29Z</dcterms:modified>
</cp:coreProperties>
</file>